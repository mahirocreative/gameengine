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05C7AE-DDC5-4427-AFC2-09AB8AB543A4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iro" initials="M" lastIdx="4" clrIdx="0">
    <p:extLst>
      <p:ext uri="{19B8F6BF-5375-455C-9EA6-DF929625EA0E}">
        <p15:presenceInfo xmlns:p15="http://schemas.microsoft.com/office/powerpoint/2012/main" userId="Mahiro" providerId="None"/>
      </p:ext>
    </p:extLst>
  </p:cmAuthor>
  <p:cmAuthor id="2" name="内藤 真広" initials="内藤" lastIdx="2" clrIdx="1">
    <p:extLst>
      <p:ext uri="{19B8F6BF-5375-455C-9EA6-DF929625EA0E}">
        <p15:presenceInfo xmlns:p15="http://schemas.microsoft.com/office/powerpoint/2012/main" userId="S::mahiro.naito@mail.o-hara.ac.jp::ddc4d841-084a-452f-823f-6ccee6fede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86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3C1B3-0E61-4942-A09A-02F2EAE54150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0E552-09F8-48ED-A74B-CEEF21ED1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6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7C1CA-D5D3-4FB8-8499-BBEEE790A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0F4B64-E70E-48BA-B029-6027B5073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E8F95-B3BD-42FF-8E1A-F984F690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80ED3-0D49-4E8D-AD25-390C32D9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4B189-BF66-4BD1-B519-A01A4276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9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ED20A-AF9D-4767-BE61-6C81A8BF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52E446-367E-430F-A5A2-861101F7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FA6E67-A949-4C9A-AD3A-9D4356EA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79008-0EFE-463C-816B-187CE13D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733B2-C997-464A-AC85-8DD3B61C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70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9F4ED-ED19-4136-8B29-27AE1A0D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53BC24-4DA9-47D3-88E2-CE17FD89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6F19E-33C2-4F8A-8492-16FBB00D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57FA9-D746-4AC7-8240-F74044AB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7031C-A038-43C1-8525-8CC932C9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98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0554F-68D4-43DB-A24D-B44D80D1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40037-4EB3-47E0-8DA6-4CCD5F9B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6B3E1B-C91A-40CD-A46A-DF6FC5863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75C98F-C814-406B-BF6A-D365B9C0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626D4-A6E4-4253-BF2C-B1A051C4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C5636-03AF-451D-9C7D-5B129593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40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30359-FE23-4AD2-970F-E67E4712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935A38-74FE-413A-B549-4C411C61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D75AF5-0146-4CE7-AA04-8357521C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C3321-2B89-4930-ACA7-B7B978611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82313A-761B-4812-8FC1-E0BB334E0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E8A646-D43B-4FDB-98F5-5A99F6A2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283184-C56F-4942-A315-8DF233FD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294970-7D7B-4679-B8EE-5FE4EF7F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79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F00CB-ADA3-4AA7-AD5E-98274DC3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9E24FC-F8CF-4AE2-992B-4B1A4E3D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8C6E3B-D6E7-454F-BB13-EB54107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6628D-61F9-4EB0-AB0D-34308793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67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4316B5-9424-4C56-89A0-C30BF107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D6D299-3EA4-4C3C-8471-CE7D37AD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A8669C-1800-40F8-9F5D-D347F7CC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67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5F07A-F16D-4644-8778-D4F287CF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13F0E-81C2-43B8-8947-F6D026C4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012C1-B2AC-413B-AED3-478A23A91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59ABD-552D-42F9-BA51-3C35215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837D58-6B3F-493A-AFA6-B2DB3C9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5126A-F180-4FB5-B700-93BEA98E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47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D4FB3-DFFF-49F7-ACA5-1DC37D00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2B7F25-A68B-417E-8DC1-DE231D2C8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28C97E-0B7D-4CA9-957C-B97CA814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5C9EF9-A2B9-4AC7-BA87-873DFAF8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FBDE5D-A0F8-4911-8F84-947B0090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ADED2D-338B-4ADC-AAFC-34EFA264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51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8C08F-0520-4451-A5DF-ABA35D3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40F3E6-294A-4C8D-AD13-067EEFC3F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145A9-B192-40BE-8879-4DE8B735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3EA29-EB8A-4958-9A98-57C26029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94B557-1E60-4E04-8728-0BD9F27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1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FC7FF6-CC80-4819-BF99-73641160F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E09B85-8BA2-4E65-AF9E-4EB42511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AFBD33-3BCF-45B3-8BD7-1327764D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CCFEB-22EA-402A-AA4A-37D71D0D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2432C-DF2F-4C1A-A953-50D6E92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10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4E8BC-071B-43D5-A6E5-CA228A71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2AA049-8FCE-4DAD-8B42-F01FCBFE8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EEC91-684F-4228-9B3A-802C298A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6E8A7-3007-4E2A-8E72-0880D89C7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DF9E5-5D02-4855-8D59-5B771D708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91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A3B7F2F-05AB-E5A7-9129-D15E63BA9ABE}"/>
              </a:ext>
            </a:extLst>
          </p:cNvPr>
          <p:cNvSpPr txBox="1"/>
          <p:nvPr/>
        </p:nvSpPr>
        <p:spPr>
          <a:xfrm>
            <a:off x="1694795" y="2644170"/>
            <a:ext cx="88024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600" b="1" dirty="0"/>
              <a:t>春季作品展示会</a:t>
            </a:r>
          </a:p>
        </p:txBody>
      </p:sp>
    </p:spTree>
    <p:extLst>
      <p:ext uri="{BB962C8B-B14F-4D97-AF65-F5344CB8AC3E}">
        <p14:creationId xmlns:p14="http://schemas.microsoft.com/office/powerpoint/2010/main" val="26547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7B0ACB-0423-72F0-B275-5FE582F37D7C}"/>
              </a:ext>
            </a:extLst>
          </p:cNvPr>
          <p:cNvSpPr txBox="1"/>
          <p:nvPr/>
        </p:nvSpPr>
        <p:spPr>
          <a:xfrm>
            <a:off x="153378" y="109976"/>
            <a:ext cx="3775393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春季作品展示会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0E40BF-69C2-B0FA-E3BD-AD8CC54915EB}"/>
              </a:ext>
            </a:extLst>
          </p:cNvPr>
          <p:cNvSpPr txBox="1"/>
          <p:nvPr/>
        </p:nvSpPr>
        <p:spPr>
          <a:xfrm>
            <a:off x="401935" y="1095270"/>
            <a:ext cx="11264622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/>
              <a:t>開催日：</a:t>
            </a:r>
            <a:r>
              <a:rPr kumimoji="1" lang="en-US" altLang="ja-JP" sz="4800" b="1" dirty="0"/>
              <a:t>2/6 ~2/7</a:t>
            </a:r>
          </a:p>
          <a:p>
            <a:r>
              <a:rPr kumimoji="1" lang="ja-JP" altLang="en-US" sz="4800" b="1" dirty="0"/>
              <a:t>事前準備：</a:t>
            </a:r>
            <a:r>
              <a:rPr lang="en-US" altLang="ja-JP" sz="4800" b="1" dirty="0"/>
              <a:t>2/5</a:t>
            </a:r>
          </a:p>
          <a:p>
            <a:endParaRPr kumimoji="1" lang="en-US" altLang="ja-JP" sz="4800" b="1" dirty="0"/>
          </a:p>
          <a:p>
            <a:r>
              <a:rPr lang="ja-JP" altLang="en-US" sz="4800" dirty="0"/>
              <a:t>企業の方々が本気で</a:t>
            </a:r>
            <a:r>
              <a:rPr lang="ja-JP" altLang="en-US" sz="6600" b="1" dirty="0">
                <a:solidFill>
                  <a:srgbClr val="FF0000"/>
                </a:solidFill>
              </a:rPr>
              <a:t>採用</a:t>
            </a:r>
            <a:endParaRPr lang="en-US" altLang="ja-JP" sz="6600" b="1" dirty="0">
              <a:solidFill>
                <a:srgbClr val="FF0000"/>
              </a:solidFill>
            </a:endParaRPr>
          </a:p>
          <a:p>
            <a:r>
              <a:rPr lang="ja-JP" altLang="en-US" sz="4800" dirty="0"/>
              <a:t>　　　　　　を考えて、来校されます。</a:t>
            </a:r>
            <a:endParaRPr lang="en-US" altLang="ja-JP" sz="4800" dirty="0"/>
          </a:p>
          <a:p>
            <a:endParaRPr kumimoji="1" lang="ja-JP" altLang="en-US" sz="48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9067FA-AC9A-D6AC-0B0D-DF3AA5E72377}"/>
              </a:ext>
            </a:extLst>
          </p:cNvPr>
          <p:cNvSpPr txBox="1"/>
          <p:nvPr/>
        </p:nvSpPr>
        <p:spPr>
          <a:xfrm>
            <a:off x="2041074" y="5604196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皆さんは、もうココから就活スタートです！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44582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7B0ACB-0423-72F0-B275-5FE582F37D7C}"/>
              </a:ext>
            </a:extLst>
          </p:cNvPr>
          <p:cNvSpPr txBox="1"/>
          <p:nvPr/>
        </p:nvSpPr>
        <p:spPr>
          <a:xfrm>
            <a:off x="153378" y="109976"/>
            <a:ext cx="1146980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春季作品展示会に向けてしなければならないこと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0E40BF-69C2-B0FA-E3BD-AD8CC54915EB}"/>
              </a:ext>
            </a:extLst>
          </p:cNvPr>
          <p:cNvSpPr txBox="1"/>
          <p:nvPr/>
        </p:nvSpPr>
        <p:spPr>
          <a:xfrm>
            <a:off x="409858" y="416560"/>
            <a:ext cx="109568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4800" b="1" dirty="0"/>
          </a:p>
          <a:p>
            <a:r>
              <a:rPr kumimoji="1" lang="en-US" altLang="ja-JP" sz="4800" b="1" dirty="0"/>
              <a:t>C++/</a:t>
            </a:r>
            <a:r>
              <a:rPr lang="en-US" altLang="ja-JP" sz="4800" b="1" dirty="0" err="1"/>
              <a:t>Dxlib</a:t>
            </a:r>
            <a:r>
              <a:rPr lang="ja-JP" altLang="en-US" sz="4800" b="1" dirty="0"/>
              <a:t>で、</a:t>
            </a:r>
            <a:endParaRPr lang="en-US" altLang="ja-JP" sz="4800" b="1" dirty="0"/>
          </a:p>
          <a:p>
            <a:r>
              <a:rPr lang="ja-JP" altLang="en-US" sz="7200" b="1" dirty="0">
                <a:solidFill>
                  <a:srgbClr val="FF0000"/>
                </a:solidFill>
              </a:rPr>
              <a:t>　　遊べる</a:t>
            </a:r>
            <a:r>
              <a:rPr lang="ja-JP" altLang="en-US" sz="4800" b="1" dirty="0"/>
              <a:t>ゲームを完成させる。</a:t>
            </a:r>
            <a:endParaRPr kumimoji="1" lang="en-US" altLang="ja-JP" sz="4800" b="1" dirty="0"/>
          </a:p>
        </p:txBody>
      </p:sp>
      <p:pic>
        <p:nvPicPr>
          <p:cNvPr id="7" name="図 6" descr="ダイアグラム が含まれている画像&#10;&#10;自動的に生成された説明">
            <a:extLst>
              <a:ext uri="{FF2B5EF4-FFF2-40B4-BE49-F238E27FC236}">
                <a16:creationId xmlns:a16="http://schemas.microsoft.com/office/drawing/2014/main" id="{A6BF8656-BF1B-6DA8-1455-BEC66F7F5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71" y="3201860"/>
            <a:ext cx="4052759" cy="3546164"/>
          </a:xfrm>
          <a:prstGeom prst="rect">
            <a:avLst/>
          </a:prstGeom>
        </p:spPr>
      </p:pic>
      <p:pic>
        <p:nvPicPr>
          <p:cNvPr id="9" name="図 8" descr="ダイアグラム が含まれている画像&#10;&#10;自動的に生成された説明">
            <a:extLst>
              <a:ext uri="{FF2B5EF4-FFF2-40B4-BE49-F238E27FC236}">
                <a16:creationId xmlns:a16="http://schemas.microsoft.com/office/drawing/2014/main" id="{D094230C-BDA7-78A1-66E8-1D501EBCA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770" y="3201860"/>
            <a:ext cx="4557511" cy="353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8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7B0ACB-0423-72F0-B275-5FE582F37D7C}"/>
              </a:ext>
            </a:extLst>
          </p:cNvPr>
          <p:cNvSpPr txBox="1"/>
          <p:nvPr/>
        </p:nvSpPr>
        <p:spPr>
          <a:xfrm>
            <a:off x="367866" y="295742"/>
            <a:ext cx="3262432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ワークフロー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ED28736-16AA-B596-86B9-1F84210DE40A}"/>
              </a:ext>
            </a:extLst>
          </p:cNvPr>
          <p:cNvSpPr/>
          <p:nvPr/>
        </p:nvSpPr>
        <p:spPr>
          <a:xfrm>
            <a:off x="1140636" y="1574799"/>
            <a:ext cx="4345763" cy="12304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どんなゲームを作るか決める</a:t>
            </a:r>
            <a:endParaRPr kumimoji="1" lang="ja-JP" altLang="en-US" b="1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D9342A6-75CC-1A4E-F9A3-1DBBD232E38D}"/>
              </a:ext>
            </a:extLst>
          </p:cNvPr>
          <p:cNvSpPr/>
          <p:nvPr/>
        </p:nvSpPr>
        <p:spPr>
          <a:xfrm>
            <a:off x="1140636" y="4669119"/>
            <a:ext cx="4345763" cy="1110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企画書から仕様書にする</a:t>
            </a:r>
            <a:endParaRPr kumimoji="1" lang="ja-JP" altLang="en-US" sz="2400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834BFE-588F-2254-D844-EBD373CC8A7A}"/>
              </a:ext>
            </a:extLst>
          </p:cNvPr>
          <p:cNvSpPr/>
          <p:nvPr/>
        </p:nvSpPr>
        <p:spPr>
          <a:xfrm>
            <a:off x="1140636" y="3121959"/>
            <a:ext cx="4345763" cy="12304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企画書にする</a:t>
            </a:r>
            <a:endParaRPr kumimoji="1" lang="ja-JP" altLang="en-US" sz="24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52BDF20-CDE1-1058-0D98-3630E1BA6F4D}"/>
              </a:ext>
            </a:extLst>
          </p:cNvPr>
          <p:cNvSpPr/>
          <p:nvPr/>
        </p:nvSpPr>
        <p:spPr>
          <a:xfrm>
            <a:off x="6700414" y="1574799"/>
            <a:ext cx="4345763" cy="12304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仕様書からコスト表を作成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E6A6576-127B-4BDC-5231-8B9EF46C95AB}"/>
              </a:ext>
            </a:extLst>
          </p:cNvPr>
          <p:cNvSpPr/>
          <p:nvPr/>
        </p:nvSpPr>
        <p:spPr>
          <a:xfrm>
            <a:off x="6700413" y="4669119"/>
            <a:ext cx="4345763" cy="1110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テストプレイ</a:t>
            </a:r>
            <a:endParaRPr kumimoji="1" lang="en-US" altLang="ja-JP" sz="1600" b="1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94B106E-3E13-4230-01A8-9DF13F710D6A}"/>
              </a:ext>
            </a:extLst>
          </p:cNvPr>
          <p:cNvSpPr/>
          <p:nvPr/>
        </p:nvSpPr>
        <p:spPr>
          <a:xfrm>
            <a:off x="6700414" y="3121959"/>
            <a:ext cx="4345763" cy="12304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アルファ</a:t>
            </a:r>
            <a:r>
              <a:rPr kumimoji="1" lang="ja-JP" altLang="en-US" sz="2400" b="1" dirty="0"/>
              <a:t>版を作る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077F4D7-34DA-8024-79CB-4DDE8D68CBAF}"/>
              </a:ext>
            </a:extLst>
          </p:cNvPr>
          <p:cNvSpPr txBox="1"/>
          <p:nvPr/>
        </p:nvSpPr>
        <p:spPr>
          <a:xfrm>
            <a:off x="6012970" y="189765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④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DCF8F7E-0533-41E0-E41B-0A14ADDAE2F3}"/>
              </a:ext>
            </a:extLst>
          </p:cNvPr>
          <p:cNvSpPr txBox="1"/>
          <p:nvPr/>
        </p:nvSpPr>
        <p:spPr>
          <a:xfrm>
            <a:off x="6012970" y="357687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⑤</a:t>
            </a:r>
            <a:endParaRPr kumimoji="1" lang="ja-JP" altLang="en-US" sz="32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AEF34FA-2702-068C-C1F0-C60631C328C3}"/>
              </a:ext>
            </a:extLst>
          </p:cNvPr>
          <p:cNvSpPr txBox="1"/>
          <p:nvPr/>
        </p:nvSpPr>
        <p:spPr>
          <a:xfrm>
            <a:off x="6028265" y="496371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⑥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22F40F0-03A9-44CF-90B8-64701DCD62F4}"/>
              </a:ext>
            </a:extLst>
          </p:cNvPr>
          <p:cNvSpPr txBox="1"/>
          <p:nvPr/>
        </p:nvSpPr>
        <p:spPr>
          <a:xfrm>
            <a:off x="367866" y="189765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①</a:t>
            </a:r>
            <a:endParaRPr kumimoji="1" lang="ja-JP" altLang="en-US" sz="3200" b="1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53CAED9-F9AF-B07F-F419-606AC894793B}"/>
              </a:ext>
            </a:extLst>
          </p:cNvPr>
          <p:cNvSpPr txBox="1"/>
          <p:nvPr/>
        </p:nvSpPr>
        <p:spPr>
          <a:xfrm>
            <a:off x="367866" y="357687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②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44D1C2D-8BB0-F20C-1453-4DA3A3F336F0}"/>
              </a:ext>
            </a:extLst>
          </p:cNvPr>
          <p:cNvSpPr txBox="1"/>
          <p:nvPr/>
        </p:nvSpPr>
        <p:spPr>
          <a:xfrm>
            <a:off x="383161" y="496371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③</a:t>
            </a:r>
            <a:endParaRPr kumimoji="1" lang="ja-JP" altLang="en-US" sz="32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75AF955-149B-F50A-E54D-628ECF6B3806}"/>
              </a:ext>
            </a:extLst>
          </p:cNvPr>
          <p:cNvSpPr txBox="1"/>
          <p:nvPr/>
        </p:nvSpPr>
        <p:spPr>
          <a:xfrm>
            <a:off x="5723466" y="418853"/>
            <a:ext cx="5452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rgbClr val="FF0000"/>
                </a:solidFill>
              </a:rPr>
              <a:t>今日は④番</a:t>
            </a:r>
            <a:r>
              <a:rPr lang="ja-JP" altLang="en-US" sz="3200" b="1" dirty="0">
                <a:solidFill>
                  <a:srgbClr val="FF0000"/>
                </a:solidFill>
              </a:rPr>
              <a:t>やります！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0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7B0ACB-0423-72F0-B275-5FE582F37D7C}"/>
              </a:ext>
            </a:extLst>
          </p:cNvPr>
          <p:cNvSpPr txBox="1"/>
          <p:nvPr/>
        </p:nvSpPr>
        <p:spPr>
          <a:xfrm>
            <a:off x="367866" y="295742"/>
            <a:ext cx="2749471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お試し作成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6ACE37-0DC6-49A7-18B0-437837C0F06B}"/>
              </a:ext>
            </a:extLst>
          </p:cNvPr>
          <p:cNvSpPr txBox="1"/>
          <p:nvPr/>
        </p:nvSpPr>
        <p:spPr>
          <a:xfrm>
            <a:off x="463689" y="5339644"/>
            <a:ext cx="112646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今日前でやることを参考にして、</a:t>
            </a:r>
            <a:endParaRPr kumimoji="1" lang="en-US" altLang="ja-JP" sz="3200" dirty="0"/>
          </a:p>
          <a:p>
            <a:r>
              <a:rPr lang="ja-JP" altLang="en-US" sz="3200" dirty="0"/>
              <a:t>学生同士協力しながら自分のコスト表を作成してください。</a:t>
            </a:r>
            <a:endParaRPr lang="en-US" altLang="ja-JP" sz="3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C4E787-83F5-DB10-3B25-2F1B63CB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717" y="630629"/>
            <a:ext cx="4865894" cy="2798371"/>
          </a:xfrm>
          <a:prstGeom prst="rect">
            <a:avLst/>
          </a:prstGeom>
        </p:spPr>
      </p:pic>
      <p:pic>
        <p:nvPicPr>
          <p:cNvPr id="9" name="図 8" descr="ロゴ&#10;&#10;中程度の精度で自動的に生成された説明">
            <a:extLst>
              <a:ext uri="{FF2B5EF4-FFF2-40B4-BE49-F238E27FC236}">
                <a16:creationId xmlns:a16="http://schemas.microsoft.com/office/drawing/2014/main" id="{6853DF26-7EE4-5341-F5C7-78AE6E256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66" y="1772450"/>
            <a:ext cx="3273794" cy="2798371"/>
          </a:xfrm>
          <a:prstGeom prst="rect">
            <a:avLst/>
          </a:prstGeom>
        </p:spPr>
      </p:pic>
      <p:pic>
        <p:nvPicPr>
          <p:cNvPr id="12" name="図 11" descr="ゲームのキャラクター&#10;&#10;低い精度で自動的に生成された説明">
            <a:extLst>
              <a:ext uri="{FF2B5EF4-FFF2-40B4-BE49-F238E27FC236}">
                <a16:creationId xmlns:a16="http://schemas.microsoft.com/office/drawing/2014/main" id="{4FCC97E0-0BC8-1E10-9F0F-43C67DC41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49" y="1418548"/>
            <a:ext cx="1848020" cy="315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3679</TotalTime>
  <Words>120</Words>
  <Application>Microsoft Office PowerPoint</Application>
  <PresentationFormat>ワイド画面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Mahiro</dc:creator>
  <cp:lastModifiedBy>内藤 真広</cp:lastModifiedBy>
  <cp:revision>1977</cp:revision>
  <dcterms:created xsi:type="dcterms:W3CDTF">2021-04-24T06:43:32Z</dcterms:created>
  <dcterms:modified xsi:type="dcterms:W3CDTF">2024-10-23T03:04:20Z</dcterms:modified>
</cp:coreProperties>
</file>