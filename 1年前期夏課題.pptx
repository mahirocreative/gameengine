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4"/>
  </p:notesMasterIdLst>
  <p:sldIdLst>
    <p:sldId id="256" r:id="rId2"/>
    <p:sldId id="323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B505C7AE-DDC5-4427-AFC2-09AB8AB543A4}">
          <p14:sldIdLst>
            <p14:sldId id="256"/>
            <p14:sldId id="3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hiro" initials="M" lastIdx="4" clrIdx="0">
    <p:extLst>
      <p:ext uri="{19B8F6BF-5375-455C-9EA6-DF929625EA0E}">
        <p15:presenceInfo xmlns:p15="http://schemas.microsoft.com/office/powerpoint/2012/main" userId="Mahiro" providerId="None"/>
      </p:ext>
    </p:extLst>
  </p:cmAuthor>
  <p:cmAuthor id="2" name="内藤 真広" initials="内藤" lastIdx="2" clrIdx="1">
    <p:extLst>
      <p:ext uri="{19B8F6BF-5375-455C-9EA6-DF929625EA0E}">
        <p15:presenceInfo xmlns:p15="http://schemas.microsoft.com/office/powerpoint/2012/main" userId="S::mahiro.naito@mail.o-hara.ac.jp::ddc4d841-084a-452f-823f-6ccee6fede1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99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C3C1B3-0E61-4942-A09A-02F2EAE54150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80E552-09F8-48ED-A74B-CEEF21ED13A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65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7C1CA-D5D3-4FB8-8499-BBEEE790A9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F0F4B64-E70E-48BA-B029-6027B5073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DE8F95-B3BD-42FF-8E1A-F984F690C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980ED3-0D49-4E8D-AD25-390C32D9D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F4B189-BF66-4BD1-B519-A01A4276A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193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ED20A-AF9D-4767-BE61-6C81A8BF1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C52E446-367E-430F-A5A2-861101F7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FA6E67-A949-4C9A-AD3A-9D4356EA3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979008-0EFE-463C-816B-187CE13D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0733B2-C997-464A-AC85-8DD3B61C6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705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49F4ED-ED19-4136-8B29-27AE1A0D2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53BC24-4DA9-47D3-88E2-CE17FD89B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46F19E-33C2-4F8A-8492-16FBB00D1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C57FA9-D746-4AC7-8240-F74044AB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47031C-A038-43C1-8525-8CC932C9F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9989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0554F-68D4-43DB-A24D-B44D80D17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440037-4EB3-47E0-8DA6-4CCD5F9B2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6B3E1B-C91A-40CD-A46A-DF6FC58633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75C98F-C814-406B-BF6A-D365B9C0D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0626D4-A6E4-4253-BF2C-B1A051C4D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4C5636-03AF-451D-9C7D-5B129593B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406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530359-FE23-4AD2-970F-E67E47123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935A38-74FE-413A-B549-4C411C615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D75AF5-0146-4CE7-AA04-8357521C6C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C1C3321-2B89-4930-ACA7-B7B978611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282313A-761B-4812-8FC1-E0BB334E02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9E8A646-D43B-4FDB-98F5-5A99F6A2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D283184-C56F-4942-A315-8DF233FD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0294970-7D7B-4679-B8EE-5FE4EF7F6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79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9F00CB-ADA3-4AA7-AD5E-98274DC37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59E24FC-F8CF-4AE2-992B-4B1A4E3D1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48C6E3B-D6E7-454F-BB13-EB54107E1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D6628D-61F9-4EB0-AB0D-34308793A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7675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4316B5-9424-4C56-89A0-C30BF107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DD6D299-3EA4-4C3C-8471-CE7D37AD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2A8669C-1800-40F8-9F5D-D347F7CC5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2672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25F07A-F16D-4644-8778-D4F287CFB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C13F0E-81C2-43B8-8947-F6D026C47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E012C1-B2AC-413B-AED3-478A23A91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359ABD-552D-42F9-BA51-3C35215A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837D58-6B3F-493A-AFA6-B2DB3C917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B5126A-F180-4FB5-B700-93BEA98E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478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5D4FB3-DFFF-49F7-ACA5-1DC37D003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22B7F25-A68B-417E-8DC1-DE231D2C8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328C97E-0B7D-4CA9-957C-B97CA81448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95C9EF9-A2B9-4AC7-BA87-873DFAF8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8FBDE5D-A0F8-4911-8F84-947B0090B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ADED2D-338B-4ADC-AAFC-34EFA2642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3515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C8C08F-0520-4451-A5DF-ABA35D3F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940F3E6-294A-4C8D-AD13-067EEFC3F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1145A9-B192-40BE-8879-4DE8B735A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E3EA29-EB8A-4958-9A98-57C260290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94B557-1E60-4E04-8728-0BD9F27E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2194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FC7FF6-CC80-4819-BF99-73641160F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4E09B85-8BA2-4E65-AF9E-4EB425115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AFBD33-3BCF-45B3-8BD7-1327764DC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4CCFEB-22EA-402A-AA4A-37D71D0D1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42432C-DF2F-4C1A-A953-50D6E9244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2109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4E8BC-071B-43D5-A6E5-CA228A71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2AA049-8FCE-4DAD-8B42-F01FCBFE8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0EEC91-684F-4228-9B3A-802C298AD9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1E08CE-871E-42A1-882B-8194E9FA60B7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66E8A7-3007-4E2A-8E72-0880D89C79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8DF9E5-5D02-4855-8D59-5B771D708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F5B61-2121-4CC5-B344-228E616EED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917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35C0DF4-93D2-4C55-BB27-5EF76EBBE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2691" y="2529773"/>
            <a:ext cx="6366617" cy="3078616"/>
          </a:xfrm>
        </p:spPr>
        <p:txBody>
          <a:bodyPr>
            <a:normAutofit fontScale="85000" lnSpcReduction="10000"/>
          </a:bodyPr>
          <a:lstStyle/>
          <a:p>
            <a:r>
              <a:rPr kumimoji="1" lang="ja-JP" altLang="en-US" sz="18500" b="1" dirty="0"/>
              <a:t>夏課題</a:t>
            </a:r>
            <a:endParaRPr kumimoji="1" lang="en-US" altLang="ja-JP" sz="18500" b="1" dirty="0"/>
          </a:p>
        </p:txBody>
      </p:sp>
    </p:spTree>
    <p:extLst>
      <p:ext uri="{BB962C8B-B14F-4D97-AF65-F5344CB8AC3E}">
        <p14:creationId xmlns:p14="http://schemas.microsoft.com/office/powerpoint/2010/main" val="265471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>
            <a:extLst>
              <a:ext uri="{FF2B5EF4-FFF2-40B4-BE49-F238E27FC236}">
                <a16:creationId xmlns:a16="http://schemas.microsoft.com/office/drawing/2014/main" id="{552304C8-A1DE-4E8B-BA5F-60F1BC1D2390}"/>
              </a:ext>
            </a:extLst>
          </p:cNvPr>
          <p:cNvSpPr txBox="1">
            <a:spLocks/>
          </p:cNvSpPr>
          <p:nvPr/>
        </p:nvSpPr>
        <p:spPr>
          <a:xfrm>
            <a:off x="276060" y="287866"/>
            <a:ext cx="9185181" cy="9251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kumimoji="1"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kumimoji="1">
                <a:solidFill>
                  <a:schemeClr val="tx2"/>
                </a:solidFill>
              </a:defRPr>
            </a:lvl2pPr>
            <a:lvl3pPr eaLnBrk="1" hangingPunct="1">
              <a:defRPr kumimoji="1">
                <a:solidFill>
                  <a:schemeClr val="tx2"/>
                </a:solidFill>
              </a:defRPr>
            </a:lvl3pPr>
            <a:lvl4pPr eaLnBrk="1" hangingPunct="1">
              <a:defRPr kumimoji="1">
                <a:solidFill>
                  <a:schemeClr val="tx2"/>
                </a:solidFill>
              </a:defRPr>
            </a:lvl4pPr>
            <a:lvl5pPr eaLnBrk="1" hangingPunct="1">
              <a:defRPr kumimoji="1">
                <a:solidFill>
                  <a:schemeClr val="tx2"/>
                </a:solidFill>
              </a:defRPr>
            </a:lvl5pPr>
            <a:lvl6pPr eaLnBrk="1" hangingPunct="1">
              <a:defRPr kumimoji="1">
                <a:solidFill>
                  <a:schemeClr val="tx2"/>
                </a:solidFill>
              </a:defRPr>
            </a:lvl6pPr>
            <a:lvl7pPr eaLnBrk="1" hangingPunct="1">
              <a:defRPr kumimoji="1">
                <a:solidFill>
                  <a:schemeClr val="tx2"/>
                </a:solidFill>
              </a:defRPr>
            </a:lvl7pPr>
            <a:lvl8pPr eaLnBrk="1" hangingPunct="1">
              <a:defRPr kumimoji="1">
                <a:solidFill>
                  <a:schemeClr val="tx2"/>
                </a:solidFill>
              </a:defRPr>
            </a:lvl8pPr>
            <a:lvl9pPr eaLnBrk="1" hangingPunct="1">
              <a:defRPr kumimoji="1">
                <a:solidFill>
                  <a:schemeClr val="tx2"/>
                </a:solidFill>
              </a:defRPr>
            </a:lvl9pPr>
          </a:lstStyle>
          <a:p>
            <a:r>
              <a:rPr lang="ja-JP" altLang="en-US" sz="3200" b="1" u="sng" dirty="0">
                <a:solidFill>
                  <a:schemeClr val="tx1"/>
                </a:solidFill>
              </a:rPr>
              <a:t>自主制作：自由にゲームを作成しましょう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59F8B9-68D8-4C3D-BF08-89088DC1ABE4}"/>
              </a:ext>
            </a:extLst>
          </p:cNvPr>
          <p:cNvSpPr txBox="1"/>
          <p:nvPr/>
        </p:nvSpPr>
        <p:spPr>
          <a:xfrm>
            <a:off x="163125" y="1131020"/>
            <a:ext cx="11865749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u="sng" dirty="0"/>
              <a:t>期限：</a:t>
            </a:r>
            <a:r>
              <a:rPr kumimoji="1" lang="ja-JP" altLang="en-US" sz="4000" dirty="0"/>
              <a:t>夏休み明け</a:t>
            </a:r>
            <a:r>
              <a:rPr kumimoji="1" lang="en-US" altLang="ja-JP" sz="4000" dirty="0"/>
              <a:t>1</a:t>
            </a:r>
            <a:r>
              <a:rPr lang="ja-JP" altLang="en-US" sz="4000" dirty="0"/>
              <a:t>回目の授業まで</a:t>
            </a:r>
            <a:endParaRPr lang="en-US" altLang="ja-JP" sz="4000" dirty="0"/>
          </a:p>
          <a:p>
            <a:r>
              <a:rPr kumimoji="1" lang="ja-JP" altLang="en-US" sz="4000" b="1" u="sng" dirty="0"/>
              <a:t>内容：</a:t>
            </a:r>
            <a:r>
              <a:rPr lang="ja-JP" altLang="en-US" sz="4000" dirty="0"/>
              <a:t>期限までにゲームを作る</a:t>
            </a:r>
            <a:endParaRPr kumimoji="1" lang="en-US" altLang="ja-JP" sz="4000" dirty="0"/>
          </a:p>
          <a:p>
            <a:r>
              <a:rPr lang="ja-JP" altLang="en-US" sz="4000" b="1" u="sng" dirty="0"/>
              <a:t>制限：</a:t>
            </a:r>
            <a:endParaRPr lang="en-US" altLang="ja-JP" sz="4000" b="1" u="sng" dirty="0"/>
          </a:p>
          <a:p>
            <a:r>
              <a:rPr lang="en-US" altLang="ja-JP" sz="4000" dirty="0"/>
              <a:t>2D</a:t>
            </a:r>
            <a:r>
              <a:rPr lang="ja-JP" altLang="en-US" sz="4000" dirty="0"/>
              <a:t>ゲーム</a:t>
            </a:r>
            <a:r>
              <a:rPr lang="en-US" altLang="ja-JP" sz="4000" dirty="0"/>
              <a:t>(</a:t>
            </a:r>
            <a:r>
              <a:rPr lang="en-US" altLang="ja-JP" sz="4000" dirty="0" err="1"/>
              <a:t>Dxlib</a:t>
            </a:r>
            <a:r>
              <a:rPr lang="ja-JP" altLang="en-US" sz="4000" dirty="0"/>
              <a:t>のみ可</a:t>
            </a:r>
            <a:r>
              <a:rPr lang="en-US" altLang="ja-JP" sz="4000" dirty="0"/>
              <a:t>)</a:t>
            </a:r>
          </a:p>
          <a:p>
            <a:r>
              <a:rPr lang="en-US" altLang="ja-JP" sz="4000" dirty="0"/>
              <a:t>3D</a:t>
            </a:r>
            <a:r>
              <a:rPr lang="ja-JP" altLang="en-US" sz="4000" dirty="0"/>
              <a:t>ゲーム</a:t>
            </a:r>
            <a:r>
              <a:rPr lang="en-US" altLang="ja-JP" sz="4000" dirty="0"/>
              <a:t>(Unity</a:t>
            </a:r>
            <a:r>
              <a:rPr lang="ja-JP" altLang="en-US" sz="4000" dirty="0"/>
              <a:t>も可</a:t>
            </a:r>
            <a:r>
              <a:rPr lang="en-US" altLang="ja-JP" sz="4000" dirty="0"/>
              <a:t>)</a:t>
            </a:r>
            <a:endParaRPr kumimoji="1" lang="en-US" altLang="ja-JP" sz="4000" dirty="0"/>
          </a:p>
          <a:p>
            <a:r>
              <a:rPr lang="ja-JP" altLang="en-US" sz="4000" b="1" u="sng" dirty="0"/>
              <a:t>個人かチームか</a:t>
            </a:r>
            <a:r>
              <a:rPr kumimoji="1" lang="ja-JP" altLang="en-US" sz="4000" b="1" u="sng" dirty="0"/>
              <a:t>：</a:t>
            </a:r>
            <a:endParaRPr lang="en-US" altLang="ja-JP" sz="4000" b="1" u="sng" dirty="0"/>
          </a:p>
          <a:p>
            <a:r>
              <a:rPr lang="ja-JP" altLang="en-US" sz="4000" dirty="0"/>
              <a:t>どちらでも可</a:t>
            </a:r>
            <a:endParaRPr lang="en-US" altLang="ja-JP" sz="4000" dirty="0"/>
          </a:p>
          <a:p>
            <a:r>
              <a:rPr lang="en-US" altLang="ja-JP" sz="4000" b="1" dirty="0">
                <a:solidFill>
                  <a:srgbClr val="FF0000"/>
                </a:solidFill>
              </a:rPr>
              <a:t>※</a:t>
            </a:r>
            <a:r>
              <a:rPr lang="ja-JP" altLang="en-US" sz="4000" b="1" dirty="0">
                <a:solidFill>
                  <a:srgbClr val="FF0000"/>
                </a:solidFill>
              </a:rPr>
              <a:t>個人で</a:t>
            </a:r>
            <a:r>
              <a:rPr lang="en-US" altLang="ja-JP" sz="4000" b="1" dirty="0">
                <a:solidFill>
                  <a:srgbClr val="FF0000"/>
                </a:solidFill>
              </a:rPr>
              <a:t>2D</a:t>
            </a:r>
            <a:r>
              <a:rPr lang="ja-JP" altLang="en-US" sz="4000" b="1" dirty="0">
                <a:solidFill>
                  <a:srgbClr val="FF0000"/>
                </a:solidFill>
              </a:rPr>
              <a:t>ゲームを作りつつ、</a:t>
            </a:r>
            <a:endParaRPr lang="en-US" altLang="ja-JP" sz="4000" b="1" dirty="0">
              <a:solidFill>
                <a:srgbClr val="FF0000"/>
              </a:solidFill>
            </a:endParaRPr>
          </a:p>
          <a:p>
            <a:r>
              <a:rPr lang="ja-JP" altLang="en-US" sz="4000" b="1" dirty="0">
                <a:solidFill>
                  <a:srgbClr val="FF0000"/>
                </a:solidFill>
              </a:rPr>
              <a:t>チームで３</a:t>
            </a:r>
            <a:r>
              <a:rPr lang="en-US" altLang="ja-JP" sz="4000" b="1" dirty="0">
                <a:solidFill>
                  <a:srgbClr val="FF0000"/>
                </a:solidFill>
              </a:rPr>
              <a:t>D</a:t>
            </a:r>
            <a:r>
              <a:rPr lang="ja-JP" altLang="en-US" sz="4000" b="1" dirty="0">
                <a:solidFill>
                  <a:srgbClr val="FF0000"/>
                </a:solidFill>
              </a:rPr>
              <a:t>ゲームを作るを最もオススメします。</a:t>
            </a:r>
            <a:endParaRPr lang="en-US" altLang="ja-JP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9574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3609</TotalTime>
  <Words>71</Words>
  <Application>Microsoft Office PowerPoint</Application>
  <PresentationFormat>ワイド画面</PresentationFormat>
  <Paragraphs>11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Unity</dc:title>
  <dc:creator>Mahiro</dc:creator>
  <cp:lastModifiedBy>内藤 真広</cp:lastModifiedBy>
  <cp:revision>1953</cp:revision>
  <dcterms:created xsi:type="dcterms:W3CDTF">2021-04-24T06:43:32Z</dcterms:created>
  <dcterms:modified xsi:type="dcterms:W3CDTF">2026-04-10T12:05:35Z</dcterms:modified>
</cp:coreProperties>
</file>